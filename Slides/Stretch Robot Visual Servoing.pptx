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Merriweather"/>
      <p:regular r:id="rId11"/>
      <p:bold r:id="rId12"/>
      <p:italic r:id="rId13"/>
      <p:boldItalic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regular.fntdata"/><Relationship Id="rId10" Type="http://schemas.openxmlformats.org/officeDocument/2006/relationships/slide" Target="slides/slide5.xml"/><Relationship Id="rId13" Type="http://schemas.openxmlformats.org/officeDocument/2006/relationships/font" Target="fonts/Merriweather-italic.fntdata"/><Relationship Id="rId12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Merriweather-boldItalic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2539454"/>
            <a:ext cx="1143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605688" y="2863304"/>
            <a:ext cx="498062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 3: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Visual Servoing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0000" y="434712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Closed-Loop Camera Feedback Control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00287"/>
            <a:ext cx="53340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00287"/>
            <a:ext cx="53340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Setup &amp; Baseline Control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304925" y="2690812"/>
            <a:ext cx="44205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Repository Update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233737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Ensure environment files match upstream changes securely: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14813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git pull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471963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uv sync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86600" y="2690812"/>
            <a:ext cx="43505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Manual Control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77025" y="3233737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Establish a manual control framework in p3_1_manual.py.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77025" y="414813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Map hardware velocities via: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677025" y="471963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teleop.get_normalized_velocities()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72415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724150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8837"/>
            <a:ext cx="533400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28837"/>
            <a:ext cx="53340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Vision Feeds &amp; Color Segmentation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333500" y="2519362"/>
            <a:ext cx="43905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Dual Camera Feeds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3062287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Open separate, live stream visualization windows inside p3_2_cameras.py: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25" y="397668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"RGB Camera"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62025" y="454818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"Depth Camera"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19925" y="2519362"/>
            <a:ext cx="44205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3: HSV Blue Mask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77025" y="3062287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Isolate target tracking pixels inside p3_3_mask.py using HSV bounds: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77025" y="397668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cv2.inRange(hsv, lower, upper)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4548187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Displays blue targets as clean, isolated white blobs.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552700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5527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914525" y="571500"/>
            <a:ext cx="9705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28850"/>
            <a:ext cx="110490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4: Closed-Loop Tracking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304925" y="2619375"/>
            <a:ext cx="10421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Object Centering Architecture (p3_4_servo.py)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3076575"/>
            <a:ext cx="10267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Centroid: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Locate target mass via cv2.findContours() and cv2.moments().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62025" y="3648075"/>
            <a:ext cx="10267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Error: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Calculate pixel delta offset from the literal image center framework.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62025" y="4219575"/>
            <a:ext cx="10267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Control: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Apply proportional scale adjustment gain (Kp = 0.5) to pan/tilt.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4791075"/>
            <a:ext cx="10267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 Blending: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Blend manual inputs smoothly via merge_proportional().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527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981200"/>
            <a:ext cx="85725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95275" y="9334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Submission Requirements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2200275" y="2600325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Screen Recording with Voiceover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2200275" y="3171825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Simultaneous display of 3 windows (RGB, Depth, Blue Mask)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200275" y="3743325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Autonomous head tracking tracking a moving blue object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200275" y="4314825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Human operator manual override yielding seamlessly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2200275" y="4886325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Oral walkthrough detailing HSV selection &amp; proportional loops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0275" y="26479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