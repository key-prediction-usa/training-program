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DM Sans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slide" Target="slides/slide9.xml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regular.fntdata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843337" y="1724025"/>
            <a:ext cx="4505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TECNOLÓGICO DE MONTERREY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2676525"/>
            <a:ext cx="9525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35467" y="3000375"/>
            <a:ext cx="852106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Practice 1: Setting up the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Stretch Robot Simulator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476625" y="4657725"/>
            <a:ext cx="523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Robotics and Cyber-Physical Systems Lab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53340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90787"/>
            <a:ext cx="533400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Objectives &amp; Requirements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2881312"/>
            <a:ext cx="4780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Key Objectives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3309937"/>
            <a:ext cx="4552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Install and verify the MuJoCo base simulator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833812"/>
            <a:ext cx="4552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Integrate RoboCasa kitchen environments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4357687"/>
            <a:ext cx="4552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Complete a block stacking teleop challenge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77025" y="2881312"/>
            <a:ext cx="478059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System Requirements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77025" y="3309937"/>
            <a:ext cx="4552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Windows, macOS, or Linux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77025" y="3833812"/>
            <a:ext cx="4552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uv package manager &amp; Git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77025" y="4357687"/>
            <a:ext cx="4552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 5+ GB free disk space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Software Installation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000125" y="285273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Install uv: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the PowerShell or curl script to get the fast package manager.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000125" y="340518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Clone Repository: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Use --recurse-submodules to pull the digital twin assets.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00125" y="395763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Commands: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git clone https://github.com/SilentSammy/stretch_mujoco_digital_twin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0125" y="4510087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Sync: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Run uv sync if you encounter startup errors.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0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432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957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4818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47453"/>
            <a:ext cx="5238750" cy="326796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Verification: Base Sim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5669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Launch Command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99561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Run the teleoperation demo: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351948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uv run teleop_demo.py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40433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Expected Result: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 MuJoCo viewer opens with the Stretch robot and two colored blocks (blue box &amp; red cylinder).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6525" y="2352228"/>
            <a:ext cx="5029200" cy="3010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1757362"/>
            <a:ext cx="50006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RoboCasa Kitchen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1757362"/>
            <a:ext cx="76200" cy="52387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1000125" y="2814637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Install: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Run the uv pip commands for robocasa and robosuite.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000125" y="3681412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Assets: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Note that kitchen assets are ~5GB.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000125" y="4233862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Enable: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Set "enabled": true in robocasa_config.json.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527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195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71962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62200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62200"/>
            <a:ext cx="3492549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62200"/>
            <a:ext cx="3492549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Teleoperation &amp; Controls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794225" y="3448050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Base &amp; Lift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66775" y="39528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Forward/Back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DA: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Rotate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ZX: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Lift Up/Down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572524" y="3448050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Arm &amp; Wrist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45074" y="39528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VC: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Extend/Retract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 J K I U O: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Wrist Yaw, Pitch, Roll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8350824" y="3448050"/>
            <a:ext cx="304709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Gripper &amp; Cam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423374" y="3952875"/>
            <a:ext cx="290199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Open/Close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1-5: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Toggle Camera Feeds (RGB/Depth)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7146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7146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4274" y="2714625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1687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Evidence &amp; Submission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762500" y="2724150"/>
            <a:ext cx="7200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Final Deliverables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762500" y="3152775"/>
            <a:ext cx="685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Video Link: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Demonstrating joint movements with explanations.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762500" y="3676650"/>
            <a:ext cx="685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Screenshots: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Kitchen environment (Part 2) and stacked blocks (Part 4).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762500" y="4514850"/>
            <a:ext cx="6858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 Written Summary: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9 Degrees of Freedom (DOF) descriptions.</a:t>
            </a:r>
            <a:endParaRPr/>
          </a:p>
        </p:txBody>
      </p:sp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262187"/>
            <a:ext cx="32385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Practice 1 Complete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1724025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Next Steps: Programmatic Control &amp; Computer Vision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857875" y="2505075"/>
            <a:ext cx="47625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571500" y="29241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Resource: github.com/SilentSammy/stretch_mujoco_digital_twin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71500" y="27289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71500" y="35004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71500" y="3490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71500" y="34909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262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42624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71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666875" y="28789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https://yasunori.jp/assets/2024/mjcf/mujoco_article_cover.png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666875" y="31122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yasunori.jp</a:t>
            </a:r>
            <a:endParaRPr/>
          </a:p>
        </p:txBody>
      </p:sp>
      <p:pic>
        <p:nvPicPr>
          <p:cNvPr descr="image.png" id="205" name="Google Shape;2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43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1666875" y="36504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https://the-decoder.com/wp-content/uploads/2024/05/RoboCasa-title-1200x675.png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666875" y="38838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the-decoder.com</a:t>
            </a:r>
            <a:endParaRPr/>
          </a:p>
        </p:txBody>
      </p:sp>
      <p:pic>
        <p:nvPicPr>
          <p:cNvPr descr="image.png" id="208" name="Google Shape;208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14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1666875" y="44219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https://us.v-cdn.net/6038536/uploads/migrated/UDZWWD0WUQUK/11b7f7ce-3ec8-4aea-85f3-51ca86c47761.png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666875" y="46553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community.instructure.com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