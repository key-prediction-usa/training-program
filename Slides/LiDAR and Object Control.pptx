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Merriweather"/>
      <p:regular r:id="rId11"/>
      <p:bold r:id="rId12"/>
      <p:italic r:id="rId13"/>
      <p:boldItalic r:id="rId14"/>
    </p:embeddedFont>
    <p:embeddedFont>
      <p:font typeface="DM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erriweather-regular.fntdata"/><Relationship Id="rId10" Type="http://schemas.openxmlformats.org/officeDocument/2006/relationships/slide" Target="slides/slide5.xml"/><Relationship Id="rId13" Type="http://schemas.openxmlformats.org/officeDocument/2006/relationships/font" Target="fonts/Merriweather-italic.fntdata"/><Relationship Id="rId12" Type="http://schemas.openxmlformats.org/officeDocument/2006/relationships/font" Target="fonts/Merriweath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regular.fntdata"/><Relationship Id="rId14" Type="http://schemas.openxmlformats.org/officeDocument/2006/relationships/font" Target="fonts/Merriweather-boldItalic.fntdata"/><Relationship Id="rId17" Type="http://schemas.openxmlformats.org/officeDocument/2006/relationships/font" Target="fonts/DMSans-italic.fntdata"/><Relationship Id="rId16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524500" y="2552700"/>
            <a:ext cx="1143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3590686" y="2876550"/>
            <a:ext cx="5010626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LiDAR Sensing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Object Control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324100" y="4333875"/>
            <a:ext cx="75438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Simulated Environment Tracking and Object Injection Frameworks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6618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3556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7581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738437" y="571500"/>
            <a:ext cx="8882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00275"/>
            <a:ext cx="5334000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00275"/>
            <a:ext cx="5334000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93345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2D LiDAR Range Scanning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933450"/>
            <a:ext cx="76200" cy="4762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72700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257300" y="2543175"/>
            <a:ext cx="45205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Sensor Specifications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14400" y="308610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simulated 2D LiDAR sensor is mounted natively on the base frame.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14400" y="400050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Generates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360 range points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per complete scan sweep (1 measurement per degree).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000875" y="2543175"/>
            <a:ext cx="449056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Core Software Execution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29400" y="308610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Launch live top-down occupancy mapping visualization frames via: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29400" y="4000500"/>
            <a:ext cx="464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uv run lidar_demo.py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629400" y="457200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Fetches structured metric arrays using get_lidar_ranges().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576512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2576512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2357437" y="571500"/>
            <a:ext cx="9263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43125"/>
            <a:ext cx="5334000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43125"/>
            <a:ext cx="5334000" cy="37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62000" y="93345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Interactive Runtime Object Control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933450"/>
            <a:ext cx="76200" cy="4762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72700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1228725" y="2486025"/>
            <a:ext cx="455056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Freejoint Architecture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14400" y="302895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Simulation structures declared with a  tag can move across 6 Degrees of Freedom.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14400" y="394335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Discovered automatically at system initialization via list_scene_objects().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038975" y="2486025"/>
            <a:ext cx="44505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Control Framework Modes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629400" y="3028950"/>
            <a:ext cx="4648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Cycle between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Object Control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Base Teleoperation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via the Tab or START key layer.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629400" y="4286250"/>
            <a:ext cx="4648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Control positions via move_object_by() and disable physics tracking via gravity compensation options.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519362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2519362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1914525" y="571500"/>
            <a:ext cx="9705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71687"/>
            <a:ext cx="110490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93345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Custom 3D Asset Integration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933450"/>
            <a:ext cx="76200" cy="4762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77475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1285875" y="2414587"/>
            <a:ext cx="104913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Dual-Geom Implementation Standard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14400" y="2871787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Import real-world photogrammetry assets directly using two separate geometry configurations inside scene.xml: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14400" y="3786187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Visual display mesh: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Dedicated purely to high-fidelity surface rendering. Set variables contype="0" and conaffinity="0" to omit raw physics calculation overhead entirely.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4400" y="4700587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Collision proxy geom: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 invisible geometric primitive (box, sphere, or cylinder) handling all physical touch dynamics stably and safely.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447925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2357437" y="571500"/>
            <a:ext cx="9263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25" y="2028825"/>
            <a:ext cx="9048750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295275" y="9334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Procedural RoboCasa Injection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618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3556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7581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1914525" y="2600325"/>
            <a:ext cx="8362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Procedural Configuration (sim_config.json)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914525" y="3143250"/>
            <a:ext cx="83629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Dynamic maps generate XML parameters step-by-step during system startup rather than pulling static file sources.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914525" y="3943350"/>
            <a:ext cx="83629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Inject your items cleanly into the environment framework via the custom_objects configuration array.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914525" y="4743450"/>
            <a:ext cx="83629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Explicit parameters require a matching name, obj file path, coordinate pos, and absolute collision_size scale values.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914525" y="5543550"/>
            <a:ext cx="83629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Set gravcomp: 1.0 to configure items to start in a stable, floating state upon scene ignition sequences.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14525" y="26479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2738437" y="571500"/>
            <a:ext cx="8882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