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erriweather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10" Type="http://schemas.openxmlformats.org/officeDocument/2006/relationships/image" Target="../media/image17.png"/><Relationship Id="rId9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25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4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24.png"/><Relationship Id="rId8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524500" y="2539454"/>
            <a:ext cx="11430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3245643" y="2863304"/>
            <a:ext cx="5700712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Practice 2: Stretch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Robot Kinematics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795712" y="4347120"/>
            <a:ext cx="4600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Velocity, States, and Command Blending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6618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3556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7581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738437" y="571500"/>
            <a:ext cx="8882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43187"/>
            <a:ext cx="5286375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819400"/>
            <a:ext cx="5286375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4157662"/>
            <a:ext cx="469582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4191000"/>
            <a:ext cx="469582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62000" y="93345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Environment Setup &amp; Updates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933450"/>
            <a:ext cx="76200" cy="4762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72700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171575" y="2938462"/>
            <a:ext cx="46105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1. Update Repository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66775" y="3395662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Pull recent improvements.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Warning: Overwrites local changes.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905625" y="3114675"/>
            <a:ext cx="46405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Sync Dependencies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29400" y="3571875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Ensure packages match specifications securely: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2967037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29400" y="3143250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2357437" y="571500"/>
            <a:ext cx="9263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90800"/>
            <a:ext cx="5381625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590800"/>
            <a:ext cx="5381625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62000" y="93345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Velocity Control &amp; Joint States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71500" y="933450"/>
            <a:ext cx="76200" cy="4762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72700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1228725" y="2886075"/>
            <a:ext cx="4650581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Part 1: Velocity Control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66775" y="3343275"/>
            <a:ext cx="4791075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Command normalized joint speeds via controller.set_velocities().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66775" y="4119562"/>
            <a:ext cx="4791075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Task: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Create p2_1_velocity.py to oscillate head pan using a sine wave: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867525" y="2886075"/>
            <a:ext cx="46805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Part 2: Reading State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534150" y="3343275"/>
            <a:ext cx="4791075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Retrieve live position metrics with controller.get_state().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534150" y="4119562"/>
            <a:ext cx="4791075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Task: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Create p2_2_state.py to print joint frames dynamically (Linear = meters, Rotational = radians).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14650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914650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1914525" y="571500"/>
            <a:ext cx="9705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33650"/>
            <a:ext cx="5381625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533650"/>
            <a:ext cx="5381625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62000" y="93345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Position Control &amp; Input Devices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933450"/>
            <a:ext cx="76200" cy="4762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77475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1171575" y="2828925"/>
            <a:ext cx="47105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Part 3: Position Bouncing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66775" y="3286125"/>
            <a:ext cx="4791075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 StateController to generate targeted velocity adjustments natively.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66775" y="4062412"/>
            <a:ext cx="4791075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Task: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Make the arm bounce continuously between 0.1 m and 0.3 m in p2_3_position.py.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896100" y="2828925"/>
            <a:ext cx="4650581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Part 4: Unified Inputs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534150" y="3286125"/>
            <a:ext cx="4791075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stretch_toolkit.input abstraction maps hardware universally.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534150" y="4062412"/>
            <a:ext cx="479107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is_pressed("button"): Digital fallback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• get_axis("RX"): Analog stick scaling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• rising_edge("A"): One-shot frames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8575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857500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2357437" y="571500"/>
            <a:ext cx="9263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97956"/>
            <a:ext cx="5286375" cy="2586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46176"/>
            <a:ext cx="5286375" cy="2489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0" y="4483149"/>
            <a:ext cx="46196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762000" y="93345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Command Layering &amp; Override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71500" y="933450"/>
            <a:ext cx="76200" cy="4762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77475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1200150" y="2993231"/>
            <a:ext cx="45805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Proportional Blending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66775" y="3450431"/>
            <a:ext cx="4695825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merge_proportional() combines manual and autonomous commands dynamically.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66775" y="4226718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Under a 0.05 deadband, autonomy rules; outside it, human inputs smoothly blend and override.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552009" y="3079551"/>
            <a:ext cx="48506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The Y Toggle Mode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667500" y="3632001"/>
            <a:ext cx="4619625" cy="641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teleop.get_manual_override() manages full controls. Press </a:t>
            </a:r>
            <a:r>
              <a:rPr b="1" i="0" lang="en-US" sz="165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Y / y</a:t>
            </a:r>
            <a:r>
              <a:rPr b="0" i="0" lang="en-US" sz="165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to swap: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3021806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2019300" y="571500"/>
            <a:ext cx="9601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885950"/>
            <a:ext cx="76200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295275" y="9334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Submission Checklist</a:t>
            </a:r>
            <a:endParaRPr/>
          </a:p>
        </p:txBody>
      </p:sp>
      <p:pic>
        <p:nvPicPr>
          <p:cNvPr descr="image.png" id="172" name="Google Shape;17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6618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3556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7581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2914650" y="2181225"/>
            <a:ext cx="7030878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8C00"/>
                </a:solidFill>
                <a:latin typeface="Merriweather"/>
                <a:ea typeface="Merriweather"/>
                <a:cs typeface="Merriweather"/>
                <a:sym typeface="Merriweather"/>
              </a:rPr>
              <a:t>Video File Requirements (30-60 Seconds)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2581275" y="2562225"/>
            <a:ext cx="7029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Your video submission must clearly demonstrate:</a:t>
            </a:r>
            <a:endParaRPr/>
          </a:p>
        </p:txBody>
      </p:sp>
      <p:pic>
        <p:nvPicPr>
          <p:cNvPr descr="image.png" id="177" name="Google Shape;17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81275" y="2209800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2771775" y="3000375"/>
            <a:ext cx="6838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1. Arm bouncing autonomously (0.1m to 0.3m)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2771775" y="3286125"/>
            <a:ext cx="6838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2. Proportional human override during active bounce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2771775" y="3571875"/>
            <a:ext cx="6838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3. Pressing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Y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key to transition into total MANUAL mode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2771775" y="3857625"/>
            <a:ext cx="6838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4. Pressing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Y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again to resume target AUTONOMOUS loop</a:t>
            </a:r>
            <a:endParaRPr/>
          </a:p>
        </p:txBody>
      </p:sp>
      <p:pic>
        <p:nvPicPr>
          <p:cNvPr descr="image.png" id="182" name="Google Shape;18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71775" y="30480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71775" y="33337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71775" y="36195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71775" y="390525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2738437" y="571500"/>
            <a:ext cx="8882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